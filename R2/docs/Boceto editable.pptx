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22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3000" b="1" dirty="0" err="1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Cepillado</a:t>
            </a:r>
            <a:r>
              <a:rPr lang="en-US" sz="3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Embrujado</a:t>
            </a:r>
            <a:r>
              <a:rPr lang="en-US" sz="3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boceto de estética y flujo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365760" y="80467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Halloween que divierte, no que </a:t>
            </a:r>
            <a:r>
              <a:rPr lang="en-US" sz="1500" dirty="0" err="1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asusta</a:t>
            </a: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para un </a:t>
            </a:r>
            <a:r>
              <a:rPr lang="en-US" sz="1500" dirty="0" err="1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3 a 8 años)</a:t>
            </a:r>
            <a:endParaRPr lang="en-US" sz="1500" dirty="0"/>
          </a:p>
        </p:txBody>
      </p:sp>
      <p:sp>
        <p:nvSpPr>
          <p:cNvPr id="4" name="Color Noche"/>
          <p:cNvSpPr/>
          <p:nvPr/>
        </p:nvSpPr>
        <p:spPr>
          <a:xfrm>
            <a:off x="365760" y="128016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120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Nombre Noche"/>
          <p:cNvSpPr txBox="1"/>
          <p:nvPr/>
        </p:nvSpPr>
        <p:spPr>
          <a:xfrm>
            <a:off x="365760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</a:t>
            </a:r>
            <a:endParaRPr lang="en-US" sz="1200" dirty="0"/>
          </a:p>
        </p:txBody>
      </p:sp>
      <p:sp>
        <p:nvSpPr>
          <p:cNvPr id="6" name="Hex Noche"/>
          <p:cNvSpPr txBox="1"/>
          <p:nvPr/>
        </p:nvSpPr>
        <p:spPr>
          <a:xfrm>
            <a:off x="365760" y="2212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#120a1f</a:t>
            </a:r>
            <a:endParaRPr lang="en-US" sz="1100" dirty="0"/>
          </a:p>
        </p:txBody>
      </p:sp>
      <p:sp>
        <p:nvSpPr>
          <p:cNvPr id="7" name="Color Morado"/>
          <p:cNvSpPr/>
          <p:nvPr/>
        </p:nvSpPr>
        <p:spPr>
          <a:xfrm>
            <a:off x="1655064" y="128016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6B2F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Nombre Morado"/>
          <p:cNvSpPr txBox="1"/>
          <p:nvPr/>
        </p:nvSpPr>
        <p:spPr>
          <a:xfrm>
            <a:off x="1655064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</a:t>
            </a:r>
            <a:endParaRPr lang="en-US" sz="1200" dirty="0"/>
          </a:p>
        </p:txBody>
      </p:sp>
      <p:sp>
        <p:nvSpPr>
          <p:cNvPr id="9" name="Hex Morado"/>
          <p:cNvSpPr txBox="1"/>
          <p:nvPr/>
        </p:nvSpPr>
        <p:spPr>
          <a:xfrm>
            <a:off x="1655064" y="2212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#6b2fa3</a:t>
            </a:r>
            <a:endParaRPr lang="en-US" sz="1100" dirty="0"/>
          </a:p>
        </p:txBody>
      </p:sp>
      <p:sp>
        <p:nvSpPr>
          <p:cNvPr id="10" name="Color Calabaza"/>
          <p:cNvSpPr/>
          <p:nvPr/>
        </p:nvSpPr>
        <p:spPr>
          <a:xfrm>
            <a:off x="2944368" y="128016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FF75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Nombre Calabaza"/>
          <p:cNvSpPr txBox="1"/>
          <p:nvPr/>
        </p:nvSpPr>
        <p:spPr>
          <a:xfrm>
            <a:off x="2944368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Calabaza</a:t>
            </a:r>
            <a:endParaRPr lang="en-US" sz="1200" dirty="0"/>
          </a:p>
        </p:txBody>
      </p:sp>
      <p:sp>
        <p:nvSpPr>
          <p:cNvPr id="12" name="Hex Calabaza"/>
          <p:cNvSpPr txBox="1"/>
          <p:nvPr/>
        </p:nvSpPr>
        <p:spPr>
          <a:xfrm>
            <a:off x="2944368" y="2212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#ff7518</a:t>
            </a:r>
            <a:endParaRPr lang="en-US" sz="1100" dirty="0"/>
          </a:p>
        </p:txBody>
      </p:sp>
      <p:sp>
        <p:nvSpPr>
          <p:cNvPr id="13" name="Color Caramelo"/>
          <p:cNvSpPr/>
          <p:nvPr/>
        </p:nvSpPr>
        <p:spPr>
          <a:xfrm>
            <a:off x="4233672" y="128016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FFD2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Nombre Caramelo"/>
          <p:cNvSpPr txBox="1"/>
          <p:nvPr/>
        </p:nvSpPr>
        <p:spPr>
          <a:xfrm>
            <a:off x="4233672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Caramelo</a:t>
            </a:r>
            <a:endParaRPr lang="en-US" sz="1200" dirty="0"/>
          </a:p>
        </p:txBody>
      </p:sp>
      <p:sp>
        <p:nvSpPr>
          <p:cNvPr id="15" name="Hex Caramelo"/>
          <p:cNvSpPr txBox="1"/>
          <p:nvPr/>
        </p:nvSpPr>
        <p:spPr>
          <a:xfrm>
            <a:off x="4233672" y="2212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#ffd23f</a:t>
            </a:r>
            <a:endParaRPr lang="en-US" sz="1100" dirty="0"/>
          </a:p>
        </p:txBody>
      </p:sp>
      <p:sp>
        <p:nvSpPr>
          <p:cNvPr id="16" name="Color Baba"/>
          <p:cNvSpPr/>
          <p:nvPr/>
        </p:nvSpPr>
        <p:spPr>
          <a:xfrm>
            <a:off x="5522976" y="128016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8DF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Nombre Baba"/>
          <p:cNvSpPr txBox="1"/>
          <p:nvPr/>
        </p:nvSpPr>
        <p:spPr>
          <a:xfrm>
            <a:off x="5522976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</a:t>
            </a:r>
            <a:endParaRPr lang="en-US" sz="1200" dirty="0"/>
          </a:p>
        </p:txBody>
      </p:sp>
      <p:sp>
        <p:nvSpPr>
          <p:cNvPr id="18" name="Hex Baba"/>
          <p:cNvSpPr txBox="1"/>
          <p:nvPr/>
        </p:nvSpPr>
        <p:spPr>
          <a:xfrm>
            <a:off x="5522976" y="2212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#8dff6b</a:t>
            </a:r>
            <a:endParaRPr lang="en-US" sz="1100" dirty="0"/>
          </a:p>
        </p:txBody>
      </p:sp>
      <p:sp>
        <p:nvSpPr>
          <p:cNvPr id="19" name="Color Hueso"/>
          <p:cNvSpPr/>
          <p:nvPr/>
        </p:nvSpPr>
        <p:spPr>
          <a:xfrm>
            <a:off x="6812280" y="128016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F4F1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Nombre Hueso"/>
          <p:cNvSpPr txBox="1"/>
          <p:nvPr/>
        </p:nvSpPr>
        <p:spPr>
          <a:xfrm>
            <a:off x="6812280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</a:t>
            </a:r>
            <a:endParaRPr lang="en-US" sz="1200" dirty="0"/>
          </a:p>
        </p:txBody>
      </p:sp>
      <p:sp>
        <p:nvSpPr>
          <p:cNvPr id="21" name="Hex Hueso"/>
          <p:cNvSpPr txBox="1"/>
          <p:nvPr/>
        </p:nvSpPr>
        <p:spPr>
          <a:xfrm>
            <a:off x="6812280" y="2212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#f4f1e8</a:t>
            </a:r>
            <a:endParaRPr lang="en-US" sz="1100" dirty="0"/>
          </a:p>
        </p:txBody>
      </p:sp>
      <p:sp>
        <p:nvSpPr>
          <p:cNvPr id="22" name="Color Nivel 2"/>
          <p:cNvSpPr/>
          <p:nvPr/>
        </p:nvSpPr>
        <p:spPr>
          <a:xfrm>
            <a:off x="8101584" y="128016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FFB3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Nombre Nivel 2"/>
          <p:cNvSpPr txBox="1"/>
          <p:nvPr/>
        </p:nvSpPr>
        <p:spPr>
          <a:xfrm>
            <a:off x="8101584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200" dirty="0"/>
          </a:p>
        </p:txBody>
      </p:sp>
      <p:sp>
        <p:nvSpPr>
          <p:cNvPr id="24" name="Hex Nivel 2"/>
          <p:cNvSpPr txBox="1"/>
          <p:nvPr/>
        </p:nvSpPr>
        <p:spPr>
          <a:xfrm>
            <a:off x="8101584" y="2212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#ffb347</a:t>
            </a:r>
            <a:endParaRPr lang="en-US" sz="1100" dirty="0"/>
          </a:p>
        </p:txBody>
      </p:sp>
      <p:sp>
        <p:nvSpPr>
          <p:cNvPr id="25" name="Color Nivel 3"/>
          <p:cNvSpPr/>
          <p:nvPr/>
        </p:nvSpPr>
        <p:spPr>
          <a:xfrm>
            <a:off x="9390888" y="128016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C69C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Nombre Nivel 3"/>
          <p:cNvSpPr txBox="1"/>
          <p:nvPr/>
        </p:nvSpPr>
        <p:spPr>
          <a:xfrm>
            <a:off x="9390888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n-US" sz="1200" dirty="0"/>
          </a:p>
        </p:txBody>
      </p:sp>
      <p:sp>
        <p:nvSpPr>
          <p:cNvPr id="27" name="Hex Nivel 3"/>
          <p:cNvSpPr txBox="1"/>
          <p:nvPr/>
        </p:nvSpPr>
        <p:spPr>
          <a:xfrm>
            <a:off x="9390888" y="2212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#c69cff</a:t>
            </a:r>
            <a:endParaRPr lang="en-US" sz="1100" dirty="0"/>
          </a:p>
        </p:txBody>
      </p:sp>
      <p:sp>
        <p:nvSpPr>
          <p:cNvPr id="28" name="Color Nivel 4"/>
          <p:cNvSpPr/>
          <p:nvPr/>
        </p:nvSpPr>
        <p:spPr>
          <a:xfrm>
            <a:off x="10680192" y="128016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FFD9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Nombre Nivel 4"/>
          <p:cNvSpPr txBox="1"/>
          <p:nvPr/>
        </p:nvSpPr>
        <p:spPr>
          <a:xfrm>
            <a:off x="10680192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</a:t>
            </a:r>
            <a:endParaRPr lang="en-US" sz="1200" dirty="0"/>
          </a:p>
        </p:txBody>
      </p:sp>
      <p:sp>
        <p:nvSpPr>
          <p:cNvPr id="30" name="Hex Nivel 4"/>
          <p:cNvSpPr txBox="1"/>
          <p:nvPr/>
        </p:nvSpPr>
        <p:spPr>
          <a:xfrm>
            <a:off x="10680192" y="22128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#ffd95e</a:t>
            </a:r>
            <a:endParaRPr lang="en-US" sz="1100" dirty="0"/>
          </a:p>
        </p:txBody>
      </p:sp>
      <p:sp>
        <p:nvSpPr>
          <p:cNvPr id="31" name="Tipografía"/>
          <p:cNvSpPr txBox="1"/>
          <p:nvPr/>
        </p:nvSpPr>
        <p:spPr>
          <a:xfrm>
            <a:off x="365760" y="25603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Tipografía: </a:t>
            </a:r>
            <a:r>
              <a:rPr lang="en-US" sz="1500" dirty="0">
                <a:solidFill>
                  <a:srgbClr val="FF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CREEPSTER (títulos y botones) + Nunito (textos legibles, redondeada)</a:t>
            </a:r>
            <a:endParaRPr lang="en-US" sz="1500" dirty="0"/>
          </a:p>
        </p:txBody>
      </p:sp>
      <p:sp>
        <p:nvSpPr>
          <p:cNvPr id="32" name="Pantalla 1"/>
          <p:cNvSpPr/>
          <p:nvPr/>
        </p:nvSpPr>
        <p:spPr>
          <a:xfrm>
            <a:off x="365760" y="29718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D1030"/>
          </a:solidFill>
          <a:ln w="25400">
            <a:solidFill>
              <a:srgbClr val="FF7518"/>
            </a:solidFill>
            <a:prstDash val="solid"/>
          </a:ln>
        </p:spPr>
      </p:sp>
      <p:sp>
        <p:nvSpPr>
          <p:cNvPr id="33" name="Título pantalla 1"/>
          <p:cNvSpPr txBox="1"/>
          <p:nvPr/>
        </p:nvSpPr>
        <p:spPr>
          <a:xfrm>
            <a:off x="365760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Carga</a:t>
            </a:r>
            <a:endParaRPr lang="en-US" sz="1600" dirty="0"/>
          </a:p>
        </p:txBody>
      </p:sp>
      <p:sp>
        <p:nvSpPr>
          <p:cNvPr id="34" name="Nota pantalla 1"/>
          <p:cNvSpPr txBox="1"/>
          <p:nvPr/>
        </p:nvSpPr>
        <p:spPr>
          <a:xfrm>
            <a:off x="365760" y="5074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Calabaza que bota y puntos que giran, dibujado con p5</a:t>
            </a:r>
            <a:endParaRPr lang="en-US" sz="1100" dirty="0"/>
          </a:p>
        </p:txBody>
      </p:sp>
      <p:sp>
        <p:nvSpPr>
          <p:cNvPr id="35" name="Flecha 1"/>
          <p:cNvSpPr/>
          <p:nvPr/>
        </p:nvSpPr>
        <p:spPr>
          <a:xfrm rot="5400000">
            <a:off x="3081528" y="3726180"/>
            <a:ext cx="164592" cy="182880"/>
          </a:xfrm>
          <a:prstGeom prst="triangle">
            <a:avLst/>
          </a:prstGeom>
          <a:solidFill>
            <a:srgbClr val="FF7518"/>
          </a:solidFill>
          <a:ln w="12700">
            <a:solidFill>
              <a:srgbClr val="FF7518"/>
            </a:solidFill>
            <a:prstDash val="solid"/>
          </a:ln>
        </p:spPr>
      </p:sp>
      <p:sp>
        <p:nvSpPr>
          <p:cNvPr id="36" name="Pantalla 2"/>
          <p:cNvSpPr/>
          <p:nvPr/>
        </p:nvSpPr>
        <p:spPr>
          <a:xfrm>
            <a:off x="3300984" y="29718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D1030"/>
          </a:solidFill>
          <a:ln w="25400">
            <a:solidFill>
              <a:srgbClr val="FF7518"/>
            </a:solidFill>
            <a:prstDash val="solid"/>
          </a:ln>
        </p:spPr>
      </p:sp>
      <p:sp>
        <p:nvSpPr>
          <p:cNvPr id="37" name="Título pantalla 2"/>
          <p:cNvSpPr txBox="1"/>
          <p:nvPr/>
        </p:nvSpPr>
        <p:spPr>
          <a:xfrm>
            <a:off x="3300984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Inicio</a:t>
            </a:r>
            <a:endParaRPr lang="en-US" sz="1600" dirty="0"/>
          </a:p>
        </p:txBody>
      </p:sp>
      <p:sp>
        <p:nvSpPr>
          <p:cNvPr id="38" name="Nota pantalla 2"/>
          <p:cNvSpPr txBox="1"/>
          <p:nvPr/>
        </p:nvSpPr>
        <p:spPr>
          <a:xfrm>
            <a:off x="3300984" y="5074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título, instrucciones, slider de duración y </a:t>
            </a:r>
            <a:r>
              <a:rPr lang="en-US" sz="1100" dirty="0" err="1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</a:t>
            </a: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¡Abrir el portal!</a:t>
            </a:r>
            <a:endParaRPr lang="en-US" sz="1100" dirty="0"/>
          </a:p>
        </p:txBody>
      </p:sp>
      <p:sp>
        <p:nvSpPr>
          <p:cNvPr id="39" name="Flecha 2"/>
          <p:cNvSpPr/>
          <p:nvPr/>
        </p:nvSpPr>
        <p:spPr>
          <a:xfrm rot="5400000">
            <a:off x="6016752" y="3726180"/>
            <a:ext cx="164592" cy="182880"/>
          </a:xfrm>
          <a:prstGeom prst="triangle">
            <a:avLst/>
          </a:prstGeom>
          <a:solidFill>
            <a:srgbClr val="FF7518"/>
          </a:solidFill>
          <a:ln w="12700">
            <a:solidFill>
              <a:srgbClr val="FF7518"/>
            </a:solidFill>
            <a:prstDash val="solid"/>
          </a:ln>
        </p:spPr>
      </p:sp>
      <p:sp>
        <p:nvSpPr>
          <p:cNvPr id="40" name="Pantalla 3"/>
          <p:cNvSpPr/>
          <p:nvPr/>
        </p:nvSpPr>
        <p:spPr>
          <a:xfrm>
            <a:off x="6236208" y="29718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D1030"/>
          </a:solidFill>
          <a:ln w="25400">
            <a:solidFill>
              <a:srgbClr val="FF7518"/>
            </a:solidFill>
            <a:prstDash val="solid"/>
          </a:ln>
        </p:spPr>
      </p:sp>
      <p:sp>
        <p:nvSpPr>
          <p:cNvPr id="41" name="Título pantalla 3"/>
          <p:cNvSpPr txBox="1"/>
          <p:nvPr/>
        </p:nvSpPr>
        <p:spPr>
          <a:xfrm>
            <a:off x="6236208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Cepillado</a:t>
            </a:r>
            <a:endParaRPr lang="en-US" sz="1600" dirty="0"/>
          </a:p>
        </p:txBody>
      </p:sp>
      <p:sp>
        <p:nvSpPr>
          <p:cNvPr id="42" name="Nota pantalla 3"/>
          <p:cNvSpPr txBox="1"/>
          <p:nvPr/>
        </p:nvSpPr>
        <p:spPr>
          <a:xfrm>
            <a:off x="6236208" y="5074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en espejo, barra de progreso, aura en los labios, 4 bichos y partículas</a:t>
            </a:r>
            <a:endParaRPr lang="en-US" sz="1100" dirty="0"/>
          </a:p>
        </p:txBody>
      </p:sp>
      <p:sp>
        <p:nvSpPr>
          <p:cNvPr id="43" name="Flecha 3"/>
          <p:cNvSpPr/>
          <p:nvPr/>
        </p:nvSpPr>
        <p:spPr>
          <a:xfrm rot="5400000">
            <a:off x="8951976" y="3726180"/>
            <a:ext cx="164592" cy="182880"/>
          </a:xfrm>
          <a:prstGeom prst="triangle">
            <a:avLst/>
          </a:prstGeom>
          <a:solidFill>
            <a:srgbClr val="FF7518"/>
          </a:solidFill>
          <a:ln w="12700">
            <a:solidFill>
              <a:srgbClr val="FF7518"/>
            </a:solidFill>
            <a:prstDash val="solid"/>
          </a:ln>
        </p:spPr>
      </p:sp>
      <p:sp>
        <p:nvSpPr>
          <p:cNvPr id="44" name="Pantalla 4"/>
          <p:cNvSpPr/>
          <p:nvPr/>
        </p:nvSpPr>
        <p:spPr>
          <a:xfrm>
            <a:off x="9171432" y="29718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D1030"/>
          </a:solidFill>
          <a:ln w="25400">
            <a:solidFill>
              <a:srgbClr val="FF7518"/>
            </a:solidFill>
            <a:prstDash val="solid"/>
          </a:ln>
        </p:spPr>
      </p:sp>
      <p:sp>
        <p:nvSpPr>
          <p:cNvPr id="45" name="Título pantalla 4"/>
          <p:cNvSpPr txBox="1"/>
          <p:nvPr/>
        </p:nvSpPr>
        <p:spPr>
          <a:xfrm>
            <a:off x="9171432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Final</a:t>
            </a:r>
            <a:endParaRPr lang="en-US" sz="1600" dirty="0"/>
          </a:p>
        </p:txBody>
      </p:sp>
      <p:sp>
        <p:nvSpPr>
          <p:cNvPr id="46" name="Nota pantalla 4"/>
          <p:cNvSpPr txBox="1"/>
          <p:nvPr/>
        </p:nvSpPr>
        <p:spPr>
          <a:xfrm>
            <a:off x="9171432" y="5074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final, racha más larga, lluvia de caramelos y </a:t>
            </a:r>
            <a:r>
              <a:rPr lang="en-US" sz="1100" dirty="0" err="1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</a:t>
            </a: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¡</a:t>
            </a:r>
            <a:r>
              <a:rPr lang="en-US" sz="1100" dirty="0" err="1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</a:t>
            </a: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</a:t>
            </a: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65760" y="30815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Preparando la poción…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94560" y="3840480"/>
            <a:ext cx="91440" cy="91440"/>
          </a:xfrm>
          <a:prstGeom prst="ellipse">
            <a:avLst/>
          </a:prstGeom>
          <a:solidFill>
            <a:srgbClr val="FF7518"/>
          </a:solidFill>
          <a:ln/>
        </p:spPr>
      </p:sp>
      <p:sp>
        <p:nvSpPr>
          <p:cNvPr id="49" name="Shape 47"/>
          <p:cNvSpPr/>
          <p:nvPr/>
        </p:nvSpPr>
        <p:spPr>
          <a:xfrm>
            <a:off x="2033867" y="4228427"/>
            <a:ext cx="91440" cy="91440"/>
          </a:xfrm>
          <a:prstGeom prst="ellipse">
            <a:avLst/>
          </a:prstGeom>
          <a:solidFill>
            <a:srgbClr val="8DFF6B"/>
          </a:solidFill>
          <a:ln/>
        </p:spPr>
      </p:sp>
      <p:sp>
        <p:nvSpPr>
          <p:cNvPr id="50" name="Shape 48"/>
          <p:cNvSpPr/>
          <p:nvPr/>
        </p:nvSpPr>
        <p:spPr>
          <a:xfrm>
            <a:off x="1645920" y="4389120"/>
            <a:ext cx="91440" cy="91440"/>
          </a:xfrm>
          <a:prstGeom prst="ellipse">
            <a:avLst/>
          </a:prstGeom>
          <a:solidFill>
            <a:srgbClr val="FF7518"/>
          </a:solidFill>
          <a:ln/>
        </p:spPr>
      </p:sp>
      <p:sp>
        <p:nvSpPr>
          <p:cNvPr id="51" name="Shape 49"/>
          <p:cNvSpPr/>
          <p:nvPr/>
        </p:nvSpPr>
        <p:spPr>
          <a:xfrm>
            <a:off x="1257973" y="4228427"/>
            <a:ext cx="91440" cy="91440"/>
          </a:xfrm>
          <a:prstGeom prst="ellipse">
            <a:avLst/>
          </a:prstGeom>
          <a:solidFill>
            <a:srgbClr val="8DFF6B"/>
          </a:solidFill>
          <a:ln/>
        </p:spPr>
      </p:sp>
      <p:sp>
        <p:nvSpPr>
          <p:cNvPr id="52" name="Shape 50"/>
          <p:cNvSpPr/>
          <p:nvPr/>
        </p:nvSpPr>
        <p:spPr>
          <a:xfrm>
            <a:off x="1097280" y="3840480"/>
            <a:ext cx="91440" cy="91440"/>
          </a:xfrm>
          <a:prstGeom prst="ellipse">
            <a:avLst/>
          </a:prstGeom>
          <a:solidFill>
            <a:srgbClr val="FF7518"/>
          </a:solidFill>
          <a:ln/>
        </p:spPr>
      </p:sp>
      <p:sp>
        <p:nvSpPr>
          <p:cNvPr id="53" name="Shape 51"/>
          <p:cNvSpPr/>
          <p:nvPr/>
        </p:nvSpPr>
        <p:spPr>
          <a:xfrm>
            <a:off x="1257973" y="3452533"/>
            <a:ext cx="91440" cy="91440"/>
          </a:xfrm>
          <a:prstGeom prst="ellipse">
            <a:avLst/>
          </a:prstGeom>
          <a:solidFill>
            <a:srgbClr val="8DFF6B"/>
          </a:solidFill>
          <a:ln/>
        </p:spPr>
      </p:sp>
      <p:sp>
        <p:nvSpPr>
          <p:cNvPr id="54" name="Shape 52"/>
          <p:cNvSpPr/>
          <p:nvPr/>
        </p:nvSpPr>
        <p:spPr>
          <a:xfrm>
            <a:off x="1645920" y="3291840"/>
            <a:ext cx="91440" cy="91440"/>
          </a:xfrm>
          <a:prstGeom prst="ellipse">
            <a:avLst/>
          </a:prstGeom>
          <a:solidFill>
            <a:srgbClr val="FF7518"/>
          </a:solidFill>
          <a:ln/>
        </p:spPr>
      </p:sp>
      <p:sp>
        <p:nvSpPr>
          <p:cNvPr id="55" name="Shape 53"/>
          <p:cNvSpPr/>
          <p:nvPr/>
        </p:nvSpPr>
        <p:spPr>
          <a:xfrm>
            <a:off x="2033867" y="3452533"/>
            <a:ext cx="91440" cy="91440"/>
          </a:xfrm>
          <a:prstGeom prst="ellipse">
            <a:avLst/>
          </a:prstGeom>
          <a:solidFill>
            <a:srgbClr val="8DFF6B"/>
          </a:solidFill>
          <a:ln/>
        </p:spPr>
      </p:sp>
      <p:sp>
        <p:nvSpPr>
          <p:cNvPr id="56" name="Rabito"/>
          <p:cNvSpPr/>
          <p:nvPr/>
        </p:nvSpPr>
        <p:spPr>
          <a:xfrm>
            <a:off x="1664208" y="3502152"/>
            <a:ext cx="54864" cy="109728"/>
          </a:xfrm>
          <a:prstGeom prst="rect">
            <a:avLst/>
          </a:prstGeom>
          <a:solidFill>
            <a:srgbClr val="4F7A28"/>
          </a:solidFill>
          <a:ln/>
        </p:spPr>
      </p:sp>
      <p:sp>
        <p:nvSpPr>
          <p:cNvPr id="57" name="Shape 55"/>
          <p:cNvSpPr/>
          <p:nvPr/>
        </p:nvSpPr>
        <p:spPr>
          <a:xfrm>
            <a:off x="1344168" y="3593592"/>
            <a:ext cx="384048" cy="548640"/>
          </a:xfrm>
          <a:prstGeom prst="ellipse">
            <a:avLst/>
          </a:prstGeom>
          <a:solidFill>
            <a:srgbClr val="E85F0C"/>
          </a:solidFill>
          <a:ln w="12700">
            <a:solidFill>
              <a:srgbClr val="8A32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55064" y="3593592"/>
            <a:ext cx="384048" cy="548640"/>
          </a:xfrm>
          <a:prstGeom prst="ellipse">
            <a:avLst/>
          </a:prstGeom>
          <a:solidFill>
            <a:srgbClr val="E85F0C"/>
          </a:solidFill>
          <a:ln w="12700">
            <a:solidFill>
              <a:srgbClr val="8A320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59" name="Calabaza"/>
          <p:cNvSpPr/>
          <p:nvPr/>
        </p:nvSpPr>
        <p:spPr>
          <a:xfrm>
            <a:off x="1463040" y="3575304"/>
            <a:ext cx="457200" cy="585216"/>
          </a:xfrm>
          <a:prstGeom prst="ellipse">
            <a:avLst/>
          </a:prstGeom>
          <a:solidFill>
            <a:srgbClr val="FF7518"/>
          </a:solidFill>
          <a:ln w="12700">
            <a:solidFill>
              <a:srgbClr val="8A32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27048" y="3739896"/>
            <a:ext cx="109728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61" name="Shape 59"/>
          <p:cNvSpPr/>
          <p:nvPr/>
        </p:nvSpPr>
        <p:spPr>
          <a:xfrm>
            <a:off x="1746504" y="3739896"/>
            <a:ext cx="109728" cy="109728"/>
          </a:xfrm>
          <a:prstGeom prst="triangle">
            <a:avLst/>
          </a:prstGeom>
          <a:solidFill>
            <a:srgbClr val="FFD23F"/>
          </a:solidFill>
          <a:ln/>
        </p:spPr>
      </p:sp>
      <p:sp>
        <p:nvSpPr>
          <p:cNvPr id="62" name="Shape 60"/>
          <p:cNvSpPr/>
          <p:nvPr/>
        </p:nvSpPr>
        <p:spPr>
          <a:xfrm>
            <a:off x="1536192" y="3931920"/>
            <a:ext cx="310896" cy="91440"/>
          </a:xfrm>
          <a:prstGeom prst="roundRect">
            <a:avLst>
              <a:gd name="adj" fmla="val 50000"/>
            </a:avLst>
          </a:prstGeom>
          <a:solidFill>
            <a:srgbClr val="2A1203"/>
          </a:solidFill>
          <a:ln/>
        </p:spPr>
      </p:sp>
      <p:sp>
        <p:nvSpPr>
          <p:cNvPr id="63" name="Panel inicio"/>
          <p:cNvSpPr/>
          <p:nvPr/>
        </p:nvSpPr>
        <p:spPr>
          <a:xfrm>
            <a:off x="3621024" y="3136392"/>
            <a:ext cx="2011680" cy="1362456"/>
          </a:xfrm>
          <a:prstGeom prst="roundRect">
            <a:avLst>
              <a:gd name="adj" fmla="val 6711"/>
            </a:avLst>
          </a:prstGeom>
          <a:solidFill>
            <a:srgbClr val="2B1342"/>
          </a:solidFill>
          <a:ln w="19050">
            <a:solidFill>
              <a:srgbClr val="FF751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666744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Cepillado Embrujado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3666744" y="3538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¡Abre la boca como un vampiro!</a:t>
            </a:r>
            <a:endParaRPr lang="en-US" sz="900" dirty="0"/>
          </a:p>
        </p:txBody>
      </p:sp>
      <p:sp>
        <p:nvSpPr>
          <p:cNvPr id="66" name="Slider"/>
          <p:cNvSpPr/>
          <p:nvPr/>
        </p:nvSpPr>
        <p:spPr>
          <a:xfrm>
            <a:off x="3895344" y="3886200"/>
            <a:ext cx="1463040" cy="0"/>
          </a:xfrm>
          <a:prstGeom prst="line">
            <a:avLst/>
          </a:prstGeom>
          <a:noFill/>
          <a:ln w="38100">
            <a:solidFill>
              <a:srgbClr val="FF751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15384" y="3813048"/>
            <a:ext cx="146304" cy="146304"/>
          </a:xfrm>
          <a:prstGeom prst="ellipse">
            <a:avLst/>
          </a:prstGeom>
          <a:solidFill>
            <a:srgbClr val="FF7518"/>
          </a:solidFill>
          <a:ln w="12700">
            <a:solidFill>
              <a:srgbClr val="2A1203"/>
            </a:solidFill>
            <a:prstDash val="solid"/>
          </a:ln>
        </p:spPr>
      </p:sp>
      <p:sp>
        <p:nvSpPr>
          <p:cNvPr id="68" name="Botón inicio"/>
          <p:cNvSpPr/>
          <p:nvPr/>
        </p:nvSpPr>
        <p:spPr>
          <a:xfrm>
            <a:off x="3941064" y="40690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7518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941064" y="4069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2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¡Abrir el portal!</a:t>
            </a:r>
            <a:endParaRPr lang="en-US" sz="1100" dirty="0"/>
          </a:p>
        </p:txBody>
      </p:sp>
      <p:sp>
        <p:nvSpPr>
          <p:cNvPr id="70" name="Barra progreso"/>
          <p:cNvSpPr/>
          <p:nvPr/>
        </p:nvSpPr>
        <p:spPr>
          <a:xfrm>
            <a:off x="6373368" y="3090672"/>
            <a:ext cx="2377440" cy="128016"/>
          </a:xfrm>
          <a:prstGeom prst="rect">
            <a:avLst/>
          </a:prstGeom>
          <a:solidFill>
            <a:srgbClr val="3A2350"/>
          </a:solidFill>
          <a:ln w="12700">
            <a:solidFill>
              <a:srgbClr val="C69CFF"/>
            </a:solidFill>
            <a:prstDash val="solid"/>
          </a:ln>
        </p:spPr>
      </p:sp>
      <p:sp>
        <p:nvSpPr>
          <p:cNvPr id="71" name="Relleno barra"/>
          <p:cNvSpPr/>
          <p:nvPr/>
        </p:nvSpPr>
        <p:spPr>
          <a:xfrm>
            <a:off x="6373368" y="3090672"/>
            <a:ext cx="1069848" cy="128016"/>
          </a:xfrm>
          <a:prstGeom prst="rect">
            <a:avLst/>
          </a:prstGeom>
          <a:solidFill>
            <a:srgbClr val="8DFF6B"/>
          </a:solidFill>
          <a:ln/>
        </p:spPr>
      </p:sp>
      <p:sp>
        <p:nvSpPr>
          <p:cNvPr id="72" name="Cara"/>
          <p:cNvSpPr/>
          <p:nvPr/>
        </p:nvSpPr>
        <p:spPr>
          <a:xfrm>
            <a:off x="7150608" y="3319272"/>
            <a:ext cx="822960" cy="960120"/>
          </a:xfrm>
          <a:prstGeom prst="ellipse">
            <a:avLst/>
          </a:prstGeom>
          <a:solidFill>
            <a:srgbClr val="7A5F6E"/>
          </a:solidFill>
          <a:ln/>
        </p:spPr>
      </p:sp>
      <p:sp>
        <p:nvSpPr>
          <p:cNvPr id="73" name="Aura labios"/>
          <p:cNvSpPr/>
          <p:nvPr/>
        </p:nvSpPr>
        <p:spPr>
          <a:xfrm>
            <a:off x="7287768" y="3813048"/>
            <a:ext cx="548640" cy="384048"/>
          </a:xfrm>
          <a:prstGeom prst="ellipse">
            <a:avLst/>
          </a:prstGeom>
          <a:ln w="31750">
            <a:solidFill>
              <a:srgbClr val="8DFF6B"/>
            </a:solidFill>
            <a:prstDash val="solid"/>
          </a:ln>
        </p:spPr>
      </p:sp>
      <p:sp>
        <p:nvSpPr>
          <p:cNvPr id="74" name="Boca"/>
          <p:cNvSpPr/>
          <p:nvPr/>
        </p:nvSpPr>
        <p:spPr>
          <a:xfrm>
            <a:off x="7397496" y="3886200"/>
            <a:ext cx="329184" cy="219456"/>
          </a:xfrm>
          <a:prstGeom prst="ellipse">
            <a:avLst/>
          </a:prstGeom>
          <a:solidFill>
            <a:srgbClr val="1E0A14"/>
          </a:solidFill>
          <a:ln/>
        </p:spPr>
      </p:sp>
      <p:sp>
        <p:nvSpPr>
          <p:cNvPr id="75" name="Bicho 1"/>
          <p:cNvSpPr/>
          <p:nvPr/>
        </p:nvSpPr>
        <p:spPr>
          <a:xfrm>
            <a:off x="7123176" y="3749040"/>
            <a:ext cx="109728" cy="109728"/>
          </a:xfrm>
          <a:prstGeom prst="ellipse">
            <a:avLst/>
          </a:prstGeom>
          <a:solidFill>
            <a:srgbClr val="5BC8F5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76" name="Bicho 2"/>
          <p:cNvSpPr/>
          <p:nvPr/>
        </p:nvSpPr>
        <p:spPr>
          <a:xfrm>
            <a:off x="7909560" y="3749040"/>
            <a:ext cx="109728" cy="109728"/>
          </a:xfrm>
          <a:prstGeom prst="ellipse">
            <a:avLst/>
          </a:prstGeom>
          <a:solidFill>
            <a:srgbClr val="5BC8F5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77" name="Bicho 3"/>
          <p:cNvSpPr/>
          <p:nvPr/>
        </p:nvSpPr>
        <p:spPr>
          <a:xfrm>
            <a:off x="7123176" y="4114800"/>
            <a:ext cx="109728" cy="109728"/>
          </a:xfrm>
          <a:prstGeom prst="ellipse">
            <a:avLst/>
          </a:prstGeom>
          <a:solidFill>
            <a:srgbClr val="5BC8F5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78" name="Bicho 4"/>
          <p:cNvSpPr/>
          <p:nvPr/>
        </p:nvSpPr>
        <p:spPr>
          <a:xfrm>
            <a:off x="7909560" y="4114800"/>
            <a:ext cx="109728" cy="109728"/>
          </a:xfrm>
          <a:prstGeom prst="ellipse">
            <a:avLst/>
          </a:prstGeom>
          <a:solidFill>
            <a:srgbClr val="5BC8F5"/>
          </a:solidFill>
          <a:ln w="12700">
            <a:solidFill>
              <a:srgbClr val="0A1A2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87768" y="3474720"/>
            <a:ext cx="82296" cy="82296"/>
          </a:xfrm>
          <a:prstGeom prst="ellipse">
            <a:avLst/>
          </a:prstGeom>
          <a:ln w="12700">
            <a:solidFill>
              <a:srgbClr val="C8FFB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70064" y="3593592"/>
            <a:ext cx="82296" cy="82296"/>
          </a:xfrm>
          <a:prstGeom prst="ellipse">
            <a:avLst/>
          </a:prstGeom>
          <a:ln w="12700">
            <a:solidFill>
              <a:srgbClr val="C8FFB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52360" y="3712464"/>
            <a:ext cx="82296" cy="82296"/>
          </a:xfrm>
          <a:prstGeom prst="ellipse">
            <a:avLst/>
          </a:prstGeom>
          <a:ln w="12700">
            <a:solidFill>
              <a:srgbClr val="C8FFB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34656" y="3474720"/>
            <a:ext cx="82296" cy="82296"/>
          </a:xfrm>
          <a:prstGeom prst="ellipse">
            <a:avLst/>
          </a:prstGeom>
          <a:ln w="12700">
            <a:solidFill>
              <a:srgbClr val="C8FF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16952" y="3593592"/>
            <a:ext cx="82296" cy="82296"/>
          </a:xfrm>
          <a:prstGeom prst="ellipse">
            <a:avLst/>
          </a:prstGeom>
          <a:ln w="12700">
            <a:solidFill>
              <a:srgbClr val="C8FFB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699248" y="3712464"/>
            <a:ext cx="82296" cy="82296"/>
          </a:xfrm>
          <a:prstGeom prst="ellipse">
            <a:avLst/>
          </a:prstGeom>
          <a:ln w="12700">
            <a:solidFill>
              <a:srgbClr val="C8FFB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81544" y="3474720"/>
            <a:ext cx="82296" cy="82296"/>
          </a:xfrm>
          <a:prstGeom prst="ellipse">
            <a:avLst/>
          </a:prstGeom>
          <a:ln w="12700">
            <a:solidFill>
              <a:srgbClr val="C8FFB8"/>
            </a:solidFill>
            <a:prstDash val="solid"/>
          </a:ln>
        </p:spPr>
      </p:sp>
      <p:sp>
        <p:nvSpPr>
          <p:cNvPr id="86" name="Mensaje"/>
          <p:cNvSpPr/>
          <p:nvPr/>
        </p:nvSpPr>
        <p:spPr>
          <a:xfrm>
            <a:off x="6601968" y="4389120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120A1F"/>
          </a:solidFill>
          <a:ln w="12700">
            <a:solidFill>
              <a:srgbClr val="FF751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601968" y="43891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¡Abre la boca bien grande!</a:t>
            </a:r>
            <a:endParaRPr lang="en-US" sz="800" dirty="0"/>
          </a:p>
        </p:txBody>
      </p:sp>
      <p:sp>
        <p:nvSpPr>
          <p:cNvPr id="88" name="Caramelo 1"/>
          <p:cNvSpPr/>
          <p:nvPr/>
        </p:nvSpPr>
        <p:spPr>
          <a:xfrm>
            <a:off x="9400032" y="3200400"/>
            <a:ext cx="146304" cy="146304"/>
          </a:xfrm>
          <a:prstGeom prst="star5">
            <a:avLst/>
          </a:prstGeom>
          <a:solidFill>
            <a:srgbClr val="FF7518"/>
          </a:solidFill>
          <a:ln/>
        </p:spPr>
      </p:sp>
      <p:sp>
        <p:nvSpPr>
          <p:cNvPr id="89" name="Caramelo 2"/>
          <p:cNvSpPr/>
          <p:nvPr/>
        </p:nvSpPr>
        <p:spPr>
          <a:xfrm>
            <a:off x="11567160" y="3108960"/>
            <a:ext cx="146304" cy="146304"/>
          </a:xfrm>
          <a:prstGeom prst="star5">
            <a:avLst/>
          </a:prstGeom>
          <a:solidFill>
            <a:srgbClr val="FFD23F"/>
          </a:solidFill>
          <a:ln/>
        </p:spPr>
      </p:sp>
      <p:sp>
        <p:nvSpPr>
          <p:cNvPr id="90" name="Caramelo 3"/>
          <p:cNvSpPr/>
          <p:nvPr/>
        </p:nvSpPr>
        <p:spPr>
          <a:xfrm>
            <a:off x="9281160" y="4389120"/>
            <a:ext cx="146304" cy="146304"/>
          </a:xfrm>
          <a:prstGeom prst="star5">
            <a:avLst/>
          </a:prstGeom>
          <a:solidFill>
            <a:srgbClr val="FF7518"/>
          </a:solidFill>
          <a:ln/>
        </p:spPr>
      </p:sp>
      <p:sp>
        <p:nvSpPr>
          <p:cNvPr id="91" name="Caramelo 4"/>
          <p:cNvSpPr/>
          <p:nvPr/>
        </p:nvSpPr>
        <p:spPr>
          <a:xfrm>
            <a:off x="11548872" y="4434840"/>
            <a:ext cx="146304" cy="146304"/>
          </a:xfrm>
          <a:prstGeom prst="star5">
            <a:avLst/>
          </a:prstGeom>
          <a:solidFill>
            <a:srgbClr val="FFD23F"/>
          </a:solidFill>
          <a:ln/>
        </p:spPr>
      </p:sp>
      <p:sp>
        <p:nvSpPr>
          <p:cNvPr id="92" name="Caramelo 5"/>
          <p:cNvSpPr/>
          <p:nvPr/>
        </p:nvSpPr>
        <p:spPr>
          <a:xfrm>
            <a:off x="10360152" y="3108960"/>
            <a:ext cx="146304" cy="146304"/>
          </a:xfrm>
          <a:prstGeom prst="star5">
            <a:avLst/>
          </a:prstGeom>
          <a:solidFill>
            <a:srgbClr val="FF7518"/>
          </a:solidFill>
          <a:ln/>
        </p:spPr>
      </p:sp>
      <p:sp>
        <p:nvSpPr>
          <p:cNvPr id="93" name="Panel final"/>
          <p:cNvSpPr/>
          <p:nvPr/>
        </p:nvSpPr>
        <p:spPr>
          <a:xfrm>
            <a:off x="9537192" y="3319272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2B1342"/>
          </a:solidFill>
          <a:ln w="19050">
            <a:solidFill>
              <a:srgbClr val="FF7518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9582912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¡Sonrisa monstruosa!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9582912" y="3703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 más larga: 8,0 s</a:t>
            </a:r>
            <a:endParaRPr lang="en-US" sz="900" dirty="0"/>
          </a:p>
        </p:txBody>
      </p:sp>
      <p:sp>
        <p:nvSpPr>
          <p:cNvPr id="96" name="Botón otra vez"/>
          <p:cNvSpPr/>
          <p:nvPr/>
        </p:nvSpPr>
        <p:spPr>
          <a:xfrm>
            <a:off x="9948672" y="3977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7518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9948672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2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¡Otra vez!</a:t>
            </a:r>
            <a:endParaRPr lang="en-US" sz="1100" dirty="0"/>
          </a:p>
        </p:txBody>
      </p:sp>
      <p:sp>
        <p:nvSpPr>
          <p:cNvPr id="98" name="Título niveles"/>
          <p:cNvSpPr txBox="1"/>
          <p:nvPr/>
        </p:nvSpPr>
        <p:spPr>
          <a:xfrm>
            <a:off x="365760" y="56235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 partículas según </a:t>
            </a:r>
            <a:r>
              <a:rPr lang="en-US" sz="1500" b="1" dirty="0" err="1">
                <a:solidFill>
                  <a:srgbClr val="FF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500" b="1" dirty="0">
                <a:solidFill>
                  <a:srgbClr val="FF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>
                <a:solidFill>
                  <a:srgbClr val="FF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</a:t>
            </a:r>
            <a:r>
              <a:rPr lang="en-US" sz="1500" b="1" dirty="0">
                <a:solidFill>
                  <a:srgbClr val="FF7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 con la boca abierta</a:t>
            </a:r>
            <a:endParaRPr lang="en-US" sz="1500" dirty="0"/>
          </a:p>
        </p:txBody>
      </p:sp>
      <p:sp>
        <p:nvSpPr>
          <p:cNvPr id="99" name="Nivel 1"/>
          <p:cNvSpPr/>
          <p:nvPr/>
        </p:nvSpPr>
        <p:spPr>
          <a:xfrm>
            <a:off x="365760" y="596188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120A1F"/>
          </a:solidFill>
          <a:ln w="25400">
            <a:solidFill>
              <a:srgbClr val="8DFF6B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30352" y="59618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DF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s   </a:t>
            </a: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Espuma de baba</a:t>
            </a:r>
            <a:endParaRPr lang="en-US" sz="1800" dirty="0"/>
          </a:p>
        </p:txBody>
      </p:sp>
      <p:sp>
        <p:nvSpPr>
          <p:cNvPr id="101" name="Nivel 2"/>
          <p:cNvSpPr/>
          <p:nvPr/>
        </p:nvSpPr>
        <p:spPr>
          <a:xfrm>
            <a:off x="3300984" y="596188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120A1F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465576" y="59618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   </a:t>
            </a: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Lluvia de caramelos</a:t>
            </a:r>
            <a:endParaRPr lang="en-US" sz="1800" dirty="0"/>
          </a:p>
        </p:txBody>
      </p:sp>
      <p:sp>
        <p:nvSpPr>
          <p:cNvPr id="103" name="Nivel 3"/>
          <p:cNvSpPr/>
          <p:nvPr/>
        </p:nvSpPr>
        <p:spPr>
          <a:xfrm>
            <a:off x="6236208" y="596188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120A1F"/>
          </a:solidFill>
          <a:ln w="25400">
            <a:solidFill>
              <a:srgbClr val="C69CF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400800" y="59618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s   </a:t>
            </a: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¡Fantasmas fuera!</a:t>
            </a:r>
            <a:endParaRPr lang="en-US" sz="1800" dirty="0"/>
          </a:p>
        </p:txBody>
      </p:sp>
      <p:sp>
        <p:nvSpPr>
          <p:cNvPr id="105" name="Nivel 4"/>
          <p:cNvSpPr/>
          <p:nvPr/>
        </p:nvSpPr>
        <p:spPr>
          <a:xfrm>
            <a:off x="9171432" y="596188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120A1F"/>
          </a:solidFill>
          <a:ln w="25400">
            <a:solidFill>
              <a:srgbClr val="FFD95E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336024" y="59618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s   </a:t>
            </a: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¡MODO VAMPIRO!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pillado Embrujado">
  <a:themeElements>
    <a:clrScheme name="Cepillado Embrujado">
      <a:dk1>
        <a:srgbClr val="120A1F"/>
      </a:dk1>
      <a:lt1>
        <a:srgbClr val="FFFFFF"/>
      </a:lt1>
      <a:dk2>
        <a:srgbClr val="1D1030"/>
      </a:dk2>
      <a:lt2>
        <a:srgbClr val="F4F1E8"/>
      </a:lt2>
      <a:accent1>
        <a:srgbClr val="FF7518"/>
      </a:accent1>
      <a:accent2>
        <a:srgbClr val="FFD23F"/>
      </a:accent2>
      <a:accent3>
        <a:srgbClr val="8DFF6B"/>
      </a:accent3>
      <a:accent4>
        <a:srgbClr val="6B2FA3"/>
      </a:accent4>
      <a:accent5>
        <a:srgbClr val="C69CFF"/>
      </a:accent5>
      <a:accent6>
        <a:srgbClr val="FFB347"/>
      </a:accent6>
      <a:hlink>
        <a:srgbClr val="FFD23F"/>
      </a:hlink>
      <a:folHlink>
        <a:srgbClr val="C69CFF"/>
      </a:folHlink>
    </a:clrScheme>
    <a:fontScheme name="Cepillado Embruj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221</Words>
  <Application>Microsoft Office PowerPoint</Application>
  <PresentationFormat>Panorámica</PresentationFormat>
  <Paragraphs>43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Cepillado Embrujado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Cepillado Embrujado · boceto de estética y flujo</dc:title>
  <dc:subject>PptxGenJS Presentation</dc:subject>
  <dc:creator>Jesús Zamora Jiménez</dc:creator>
  <cp:lastModifiedBy>ZAMORA JIMENEZ, JESUS</cp:lastModifiedBy>
  <cp:revision>2</cp:revision>
  <dcterms:created xsi:type="dcterms:W3CDTF">2026-10-26T12:06:46Z</dcterms:created>
  <dcterms:modified xsi:type="dcterms:W3CDTF">2026-10-26T12:17:27Z</dcterms:modified>
</cp:coreProperties>
</file>